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 tIns="548640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CHENNAI INSTITUTE OF TECHNOLOGY (AUTONOMOUS)</a:t>
            </a:r>
          </a:p>
          <a:p>
            <a:pPr algn="ctr">
              <a:spcAft>
                <a:spcPts val="2000"/>
              </a:spcAft>
              <a:defRPr sz="1800" b="1">
                <a:solidFill>
                  <a:srgbClr val="FFFFFF"/>
                </a:solidFill>
              </a:defRPr>
            </a:pPr>
            <a:r>
              <a:t>CS5403 – Machine Learning | PBL Project Review–II</a:t>
            </a:r>
          </a:p>
          <a:p>
            <a:pPr algn="ctr">
              <a:spcAft>
                <a:spcPts val="3000"/>
              </a:spcAft>
              <a:defRPr sz="2600" b="1">
                <a:solidFill>
                  <a:srgbClr val="6366F1"/>
                </a:solidFill>
              </a:defRPr>
            </a:pPr>
            <a:r>
              <a:t>Stock Price Prediction Engine Using Supervised Machine Learning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PRESENTATION BY: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</a:defRPr>
            </a:pPr>
            <a:r>
              <a:t>• Saisaran M  (Reg No: 21024251040851)</a:t>
            </a:r>
            <a:br/>
            <a:r>
              <a:t>• Sarvanesh DS (Reg No: 2104251040898)</a:t>
            </a:r>
            <a:br/>
            <a:r>
              <a:t>Department of Computer Science and Engineering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Date: 23 / 07 / 2026   |   Location: Chennai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CS5403 – MACHINE LEARNING | PBL PROJECT REVIEW–II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Progress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I. Current Progress: 85% - 90%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</a:defRPr>
            </a:pPr>
            <a:r>
              <a:t>II. Completed Milestones: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Real-time &amp; historical data ingestion via Yahoo Finance API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Feature engineering pipeline creating 34 technical indicators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Supervised ML training (Ridge, Random Forest, XGBoost, SVR)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Out-of-sample Time-Series walk-forward evaluation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Interactive Glassmorphic web dashboard &amp; chart rendering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Multi-horizon (1D, 3D, 5D, 7D) &amp; Monthly forecast tables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Formatted CSV report exporter &amp; Live cloud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III. Remaining Work: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Hyperparameter optimization using Optuna / Grid Search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Integration of Financial News Sentiment Analysis (NLP)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Deep Learning extensions (LSTM / Transformer models)</a:t>
            </a:r>
          </a:p>
          <a:p>
            <a:pPr>
              <a:spcBef>
                <a:spcPts val="1500"/>
              </a:spcBef>
              <a:defRPr sz="1600" b="1">
                <a:solidFill>
                  <a:srgbClr val="0F172A"/>
                </a:solidFill>
              </a:defRPr>
            </a:pPr>
            <a:r>
              <a:t>IV. Project Timeline: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⏱ Weeks 1-2: Data collection &amp; ingestion setup (Done)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⏱ Weeks 3-4: 34 Technical feature engineering pipeline (Done)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⏱ Weeks 5-6: Supervised model training &amp; evaluation (Done)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⏱ Weeks 7-8: Flask API &amp; Interactive dashboard UI (Done)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⏱ Weeks 9-10: Cloud deployment &amp; sentiment optimization (In Progress)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CS5403 – MACHINE LEARNING | PBL PROJECT REVIEW–II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 Collection &amp;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I. Dataset Source &amp; Assets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Data Ingestion: Automated daily fetching via Yahoo Finance (yfinance API)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Target Corporations: Alphabet Inc. (GOOGL), Apple (AAPL), NVIDIA (NVDA), Amazon (AMZN), Tesla (TSLA), Microsoft (MSFT), Meta (META), S&amp;P 500 (SPY)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Historical Period: 1 to 5 Years of daily OHLCV market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71800"/>
            <a:ext cx="10728655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II. Dataset Description &amp; 34 Technical Features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Raw Features: Open, High, Low, Close, Adjusted Close, Volume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Trend Indicators: SMA (10, 20, 50, 200), EMA (12, 26)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Momentum Indicators: RSI (14), MACD Line, Signal Line, MACD Histogram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Volatility &amp; Risk: Bollinger Bands (Upper, Lower, Width), 20-Day Volatility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Lag Features: Close prices (t-1, t-2, t-3, t-5), Volume Lags, Returns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III. Total Number of Samples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Sample Size: ~1,260 daily trading rows per company ticker (5-year horizon)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Total Data Matrix: 1,260 rows × 34 technical feature columns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Data Quality: Cleaned, checked for missing values, scaled via StandardScaler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CS5403 – MACHINE LEARNING | PBL PROJECT REVIEW–II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Methodology &amp;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I. End-to-End Workflow Pipeline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1. Ingest raw daily market stock data from yfinance API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2. Generate 34 mathematical technical features (SMA, RSI, MACD)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3. Apply Chronological Time-Series Split (80% Train / 20% Test)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4. Train Supervised ML Regressors &amp; Classifiers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5. Evaluate out-of-sample metrics &amp; simulate backtest equity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6. Serve results via Flask REST API &amp; Interactive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80160"/>
            <a:ext cx="347472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II. Algorithmic Flow &amp; Task Framing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Regression Task: Predict continuous target price Y_{t+1} given feature matrix X_t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Classification Task: Predict price direction signal (1 = Bullish, 0 = Bearish)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Walk-Forward Split: Strictly preserves time order to prevent data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280160"/>
            <a:ext cx="347472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III. Technology Stack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Programming Language: Python 3.11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ML &amp; Data Processing: Scikit-Learn, XGBoost, Pandas, NumPy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Web Framework: Flask, Flask-CORS, Gunicorn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Frontend UI: HTML5, CSS3 Glassmorphism, JavaScript, Chart.js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CS5403 – MACHINE LEARNING | PBL PROJECT REVIEW–II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 &amp; Module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I. Architectural Modules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data_loader.py: Downloads stock data &amp; resolves ticker aliases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features.py: Constructs 34 technical indicators &amp; target vectors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models.py: Trains Ridge, Random Forest, XGBoost &amp; SVR algorithms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evaluate.py: Computes MAE, RMSE, R² &amp; simulates portfolio equity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app.py: Flask web server providing REST endpoints (/api/predict)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index.html &amp; app.js: Interactive glassmorphic dashboard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71800"/>
            <a:ext cx="10728655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II. API Design &amp; Integration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External API: Yahoo Finance (yfinance) &amp; Clearbit Brand Logo API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REST Endpoint /api/predict: Accepts ticker, period &amp; returns model predictions, accuracy metrics &amp; chart series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REST Endpoint /api/export_csv: Generates downloadable Excel-ready CSV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III. Hardware &amp; Software Components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Hardware Environment: Workstation CPU (x86_64), 8GB+ RAM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Software Environment: Python 3.11, Flask WSGI Engine, Render Cloud Hosting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CS5403 – MACHINE LEARNING | PBL PROJECT REVIEW–II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Implementation Environment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I. Code Architecture: </a:t>
            </a:r>
            <a:r>
              <a:rPr sz="1400" b="0">
                <a:solidFill>
                  <a:srgbClr val="1E293B"/>
                </a:solidFill>
              </a:rPr>
              <a:t>Modular Python package structure (src/ engine + app.py server + templates/ &amp; static/ frontend)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II. IDE Used: </a:t>
            </a:r>
            <a:r>
              <a:rPr sz="1400" b="0">
                <a:solidFill>
                  <a:srgbClr val="1E293B"/>
                </a:solidFill>
              </a:rPr>
              <a:t>Visual Studio Code / Antigravity IDE &amp; Jupyter Notebook (stock_prediction_notebook.ipynb)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III. Python Libraries: </a:t>
            </a:r>
            <a:r>
              <a:rPr sz="1400" b="0">
                <a:solidFill>
                  <a:srgbClr val="1E293B"/>
                </a:solidFill>
              </a:rPr>
              <a:t>pandas, numpy, scikit-learn, xgboost, yfinance, flask, flask-cors, gunicorn, chart.js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IV. GitHub Repository: </a:t>
            </a:r>
            <a:r>
              <a:rPr sz="1400" b="0">
                <a:solidFill>
                  <a:srgbClr val="1E293B"/>
                </a:solidFill>
              </a:rPr>
              <a:t>https://github.com/saisaran-m/StockPrediction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V. Live Deployment URL: </a:t>
            </a:r>
            <a:r>
              <a:rPr sz="1400" b="0">
                <a:solidFill>
                  <a:srgbClr val="1E293B"/>
                </a:solidFill>
              </a:rPr>
              <a:t>https://stockprediction-z8r0.onrender.com (Live Cloud Web Service)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CS5403 – MACHINE LEARNING | PBL PROJECT REVIEW–II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Implementation Progress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I. Visual Outputs &amp; Charts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Out-of-sample actual vs predicted stock price trajectory chart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RSI (14) technical momentum oscillator chart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Technical feature importance ranking bar chart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Strategy backtest equity growth curve vs Buy &amp; Hold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80160"/>
            <a:ext cx="347472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II. Working Prototype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Full-stack Web Terminal running locally on port 5050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Live cloud web application hosted on Render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Interactive HTML5 canvas video explainer player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Dark / Light theme mode switching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280160"/>
            <a:ext cx="347472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III. Prediction Results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High out-of-sample accuracy (Low MAE &amp; RMSE, R² &gt; 0.85 on test benchmarks)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Multi-horizon future targets (1-Day, 3-Day, 5-Day, 7-Day projections)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Day-by-day current month forecast table with daily increase/decrease dollar amounts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CS5403 – MACHINE LEARNING | PBL PROJECT REVIEW–II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Current Challenges &amp; Future Direction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6366F1"/>
                </a:solidFill>
              </a:defRPr>
            </a:pPr>
            <a:r>
              <a:t>Challenges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I. Tech Challenges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Handling non-stationarity in financial stock price time-series and managing model hyperparameter tuning overhead.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II. Dataset Challenges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High noise ratio during unexpected global market volatility anomalies and intraday price spikes.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III. Implementation Challenges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Enforcing strict chronological walk-forward splitting to eliminate future data leakage.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6366F1"/>
                </a:solidFill>
              </a:defRPr>
            </a:pPr>
            <a:r>
              <a:t>Next Plan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I. Model Optimization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Implementing automated hyperparameter optimization using Optuna and building Ensemble Stacking Regressors.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II. Performance Evaluation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Incorporating real-world trading friction (transaction costs, slippage, Max Drawdown risk management).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III. Testing &amp; Extensions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Integrating Natural Language Processing (NLP) news sentiment analysis and Deep Learning LSTM/Transformer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731520"/>
          <a:lstStyle/>
          <a:p>
            <a:pPr algn="ctr">
              <a:spcAft>
                <a:spcPts val="2000"/>
              </a:spcAft>
              <a:defRPr sz="4000" b="1">
                <a:solidFill>
                  <a:srgbClr val="06B6D4"/>
                </a:solidFill>
              </a:defRPr>
            </a:pPr>
            <a:r>
              <a:t>Thank You!</a:t>
            </a:r>
          </a:p>
          <a:p>
            <a:pPr algn="ctr">
              <a:spcAft>
                <a:spcPts val="2500"/>
              </a:spcAft>
              <a:defRPr sz="2000" b="1">
                <a:solidFill>
                  <a:srgbClr val="FFFFFF"/>
                </a:solidFill>
              </a:defRPr>
            </a:pPr>
            <a:r>
              <a:t>Stock Price Prediction Engine Using Supervised Machine Learning</a:t>
            </a:r>
          </a:p>
          <a:p>
            <a:pPr algn="ctr">
              <a:defRPr sz="1500" b="1">
                <a:solidFill>
                  <a:srgbClr val="6366F1"/>
                </a:solidFill>
              </a:defRPr>
            </a:pPr>
            <a:r>
              <a:t>Presented by: Saisaran M (21024251040851) &amp; Sarvanesh DS (2104251040898)</a:t>
            </a:r>
          </a:p>
          <a:p>
            <a:pPr algn="ctr">
              <a:spcAft>
                <a:spcPts val="1500"/>
              </a:spcAft>
              <a:defRPr sz="1300">
                <a:solidFill>
                  <a:srgbClr val="64748B"/>
                </a:solidFill>
              </a:defRPr>
            </a:pPr>
            <a:r>
              <a:t>Department of Computer Science and Engineering | Chennai Institute of Technology</a:t>
            </a:r>
          </a:p>
          <a:p>
            <a:pPr algn="ctr">
              <a:defRPr sz="1300">
                <a:solidFill>
                  <a:srgbClr val="06B6D4"/>
                </a:solidFill>
              </a:defRPr>
            </a:pPr>
            <a:r>
              <a:t>GitHub: https://github.com/saisaran-m/StockPrediction</a:t>
            </a:r>
            <a:br/>
            <a:r>
              <a:t>Live App: https://stockprediction-z8r0.onrender.com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